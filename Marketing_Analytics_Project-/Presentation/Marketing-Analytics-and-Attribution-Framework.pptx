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embeddedFontLst>
    <p:embeddedFont>
      <p:font typeface="Syne Bold"/>
      <p:regular r:id="rId201314"/>
    </p:embeddedFont>
    <p:embeddedFont>
      <p:font typeface="Overpass Light"/>
      <p:regular r:id="rId201315"/>
    </p:embeddedFont>
    <p:embeddedFont>
      <p:font typeface="Overpass Bold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1634058"/>
            <a:ext cx="2004120" cy="266402"/>
          </a:xfrm>
          <a:prstGeom prst="roundRect">
            <a:avLst>
              <a:gd name="adj" fmla="val 17880"/>
            </a:avLst>
          </a:prstGeom>
          <a:solidFill>
            <a:srgbClr val="DDEEE6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1676549"/>
            <a:ext cx="2291209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GRITO LABS · IIT BOMBAY TECHFEST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1957164"/>
            <a:ext cx="8151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Marketing Analytics &amp; Attribution Framework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496119" y="3055739"/>
            <a:ext cx="8151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Multi-Channel Marketing Performance Analysis — evaluating Email, Social Media, Paid Search, and Display Ads using CTR, Conversion Rate, CPC, CAC, and ROAS to identify high-performing channels and optimize marketing budget allocation.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93775"/>
            <a:ext cx="625279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Objective &amp; Dataset Overview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394022" y="1449363"/>
            <a:ext cx="4107135" cy="2900363"/>
          </a:xfrm>
          <a:prstGeom prst="roundRect">
            <a:avLst>
              <a:gd name="adj" fmla="val 3519"/>
            </a:avLst>
          </a:prstGeom>
          <a:solidFill>
            <a:srgbClr val="224435"/>
          </a:solidFill>
          <a:ln/>
        </p:spPr>
      </p:sp>
      <p:sp>
        <p:nvSpPr>
          <p:cNvPr id="4" name="Text 2"/>
          <p:cNvSpPr/>
          <p:nvPr/>
        </p:nvSpPr>
        <p:spPr>
          <a:xfrm>
            <a:off x="535781" y="1591121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Objective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35781" y="1954337"/>
            <a:ext cx="3823618" cy="1715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Analyze multi-channel marketing performance across Email, Social Media, Paid Search, and Display Ads using key marketing KPIs such as CTR, Conversion Rate, CPC, CAC, and ROAS.</a:t>
            </a:r>
            <a:endParaRPr lang="en-US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The goal is to identify high-performing channels and provide data-driven recommendations for marketing budget optimization.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49701" y="1591121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Dataset Overview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49701" y="1954337"/>
            <a:ext cx="436014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Marketing performance data includes: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49701" y="2308696"/>
            <a:ext cx="3902943" cy="1332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Spend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Impressions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Clicks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Conversions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Revenue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49701" y="3768551"/>
            <a:ext cx="390294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Channels analyzed: Email, Social Media, Paid Search, Display Ads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4489" y="445219"/>
            <a:ext cx="4757663" cy="352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Key Performance Summary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74489" y="978173"/>
            <a:ext cx="8252147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Overall marketing performance across all four channels demonstrates strong revenue generation with a healthy aggregate ROAS of </a:t>
            </a:r>
            <a:pPr algn="l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3.46x</a:t>
            </a:r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.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74489" y="1298228"/>
            <a:ext cx="3841179" cy="372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29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61,500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889001" y="1795016"/>
            <a:ext cx="14120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Total Spend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74489" y="2025476"/>
            <a:ext cx="3841179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Combined investment across all channels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628183" y="1298228"/>
            <a:ext cx="3841254" cy="372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29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213,000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5842769" y="1795016"/>
            <a:ext cx="14120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28183" y="2025476"/>
            <a:ext cx="3841254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Generated across all channels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74489" y="2424336"/>
            <a:ext cx="3841179" cy="372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29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1,720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1889001" y="2921124"/>
            <a:ext cx="14120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Total Conversions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4489" y="3151584"/>
            <a:ext cx="3841179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Across all channels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28183" y="2424336"/>
            <a:ext cx="3841254" cy="372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83000"/>
              </a:lnSpc>
              <a:buNone/>
            </a:pPr>
            <a:r>
              <a:rPr lang="en-US" sz="29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3.46x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5842769" y="2921124"/>
            <a:ext cx="14120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Overall ROAS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8183" y="3151584"/>
            <a:ext cx="3841254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Return on Ad Spend (approx)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74489" y="3448943"/>
            <a:ext cx="18692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KPIs Used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489" y="3760440"/>
            <a:ext cx="7794947" cy="937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0000"/>
              </a:lnSpc>
              <a:buSzPct val="100000"/>
              <a:buChar char="•"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CTR (Click Through Rate)</a:t>
            </a:r>
            <a:endParaRPr lang="en-US" sz="850" dirty="0"/>
          </a:p>
          <a:p>
            <a:pPr algn="l" marL="342900" indent="-342900">
              <a:lnSpc>
                <a:spcPct val="120000"/>
              </a:lnSpc>
              <a:buSzPct val="100000"/>
              <a:buChar char="•"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Conversion Rate</a:t>
            </a:r>
            <a:endParaRPr lang="en-US" sz="850" dirty="0"/>
          </a:p>
          <a:p>
            <a:pPr algn="l" marL="342900" indent="-342900">
              <a:lnSpc>
                <a:spcPct val="120000"/>
              </a:lnSpc>
              <a:buSzPct val="100000"/>
              <a:buChar char="•"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CPC (Cost Per Click)</a:t>
            </a:r>
            <a:endParaRPr lang="en-US" sz="850" dirty="0"/>
          </a:p>
          <a:p>
            <a:pPr algn="l" marL="342900" indent="-342900">
              <a:lnSpc>
                <a:spcPct val="120000"/>
              </a:lnSpc>
              <a:buSzPct val="100000"/>
              <a:buChar char="•"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CAC (Customer Acquisition Cost)</a:t>
            </a:r>
            <a:endParaRPr lang="en-US" sz="850" dirty="0"/>
          </a:p>
          <a:p>
            <a:pPr algn="l" marL="342900" indent="-342900">
              <a:lnSpc>
                <a:spcPct val="120000"/>
              </a:lnSpc>
              <a:buSzPct val="100000"/>
              <a:buChar char="•"/>
            </a:pPr>
            <a:r>
              <a:rPr lang="en-US" sz="8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ROAS (Return on Ad Spend)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79772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Revenue Analysis</a:t>
            </a:r>
            <a:endParaRPr lang="en-US" sz="27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1494830"/>
            <a:ext cx="3902943" cy="28093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49701" y="1477119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Key Insights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749701" y="1840334"/>
            <a:ext cx="3902943" cy="146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Paid Search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 generates the highest revenue at 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93,000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, making it the strongest revenue-driving channel.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Email marketing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 follows with consistent high conversion-driven revenue.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Social Media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 and 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Display Ads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 contribute lower revenue comparatively, indicating optimization opportunities.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79772"/>
            <a:ext cx="659472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Spend vs. Revenue Comparison</a:t>
            </a:r>
            <a:endParaRPr lang="en-US" sz="27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1494830"/>
            <a:ext cx="3902943" cy="28093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49701" y="1477119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Insights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749701" y="1840334"/>
            <a:ext cx="3902943" cy="1686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Paid Search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 has the highest spend (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25,000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) but also delivers the highest revenue (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93,000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), indicating scale efficiency.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Email marketing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 shows strong revenue generation with relatively lower spend, making it highly cost-efficient.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Display Ads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 show low revenue relative to spend, indicating weak ROI.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79772"/>
            <a:ext cx="5564981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ROAS Analysis by Channel</a:t>
            </a:r>
            <a:endParaRPr lang="en-US" sz="27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1494830"/>
            <a:ext cx="3902943" cy="28093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49701" y="1477119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ROAS Analysis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749701" y="1840334"/>
            <a:ext cx="3902943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Email: 5.05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 (Highest efficiency)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Paid Search: 3.72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Social Media: 2.77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Display Ads: 2.52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 (Lowest efficiency)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749701" y="3023815"/>
            <a:ext cx="390294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Email marketing is the most efficient channel in terms of return on ad spend, while Display Ads require optimization or budget reduction.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86495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Channel Insights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612999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Each channel exhibits a distinct performance profile across efficiency, revenue contribution, and scale.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96119" y="1999283"/>
            <a:ext cx="4004965" cy="1057945"/>
          </a:xfrm>
          <a:prstGeom prst="roundRect">
            <a:avLst>
              <a:gd name="adj" fmla="val 5628"/>
            </a:avLst>
          </a:prstGeom>
          <a:solidFill>
            <a:srgbClr val="DDEEE6"/>
          </a:solidFill>
          <a:ln w="4763">
            <a:solidFill>
              <a:srgbClr val="C3D4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2640" y="2145804"/>
            <a:ext cx="17720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📧</a:t>
            </a:r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 Email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2640" y="2457078"/>
            <a:ext cx="37119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Most efficient marketing channel — highest ROAS at 5.05x with strong conversion-driven revenue.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42842" y="1999283"/>
            <a:ext cx="4005039" cy="1057945"/>
          </a:xfrm>
          <a:prstGeom prst="roundRect">
            <a:avLst>
              <a:gd name="adj" fmla="val 5628"/>
            </a:avLst>
          </a:prstGeom>
          <a:solidFill>
            <a:srgbClr val="DDEEE6"/>
          </a:solidFill>
          <a:ln w="4763">
            <a:solidFill>
              <a:srgbClr val="C3D4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89363" y="2145804"/>
            <a:ext cx="17720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🔍</a:t>
            </a:r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 Paid Search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89363" y="2457078"/>
            <a:ext cx="371199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Drives the highest revenue contribution at $93,000 with solid ROAS of 3.72x.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6119" y="3198986"/>
            <a:ext cx="4004965" cy="1057945"/>
          </a:xfrm>
          <a:prstGeom prst="roundRect">
            <a:avLst>
              <a:gd name="adj" fmla="val 5628"/>
            </a:avLst>
          </a:prstGeom>
          <a:solidFill>
            <a:srgbClr val="DDEEE6"/>
          </a:solidFill>
          <a:ln w="4763">
            <a:solidFill>
              <a:srgbClr val="C3D4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640" y="3345507"/>
            <a:ext cx="17720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📱</a:t>
            </a:r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 Social Media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2640" y="3656781"/>
            <a:ext cx="37119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Shows moderate performance across KPIs with room for targeting and conversion optimization.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2842" y="3198986"/>
            <a:ext cx="4005039" cy="1057945"/>
          </a:xfrm>
          <a:prstGeom prst="roundRect">
            <a:avLst>
              <a:gd name="adj" fmla="val 5628"/>
            </a:avLst>
          </a:prstGeom>
          <a:solidFill>
            <a:srgbClr val="DDEEE6"/>
          </a:solidFill>
          <a:ln w="4763">
            <a:solidFill>
              <a:srgbClr val="C3D4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9363" y="3345507"/>
            <a:ext cx="17720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🖼️</a:t>
            </a:r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 Display Ads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789363" y="3656781"/>
            <a:ext cx="371199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Underperforms in terms of ROI and efficiency — lowest ROAS at 2.52x.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27372"/>
            <a:ext cx="4112047" cy="429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Recommendations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96119" y="1222549"/>
            <a:ext cx="8151763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Based on the multi-channel performance analysis, the following strategic actions are recommended to optimize marketing budget allocation and improve overall ROI.</a:t>
            </a:r>
            <a:endParaRPr lang="en-US" sz="10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1804839"/>
            <a:ext cx="4009355" cy="14472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97770" y="1898749"/>
            <a:ext cx="205978" cy="2574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52463" y="2368823"/>
            <a:ext cx="2123033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Increase Email Budget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52463" y="2663130"/>
            <a:ext cx="3696667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Increase budget allocation for Email campaigns due to highest ROAS.</a:t>
            </a:r>
            <a:endParaRPr lang="en-US" sz="10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8452" y="1804839"/>
            <a:ext cx="4009430" cy="144727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40178" y="1898749"/>
            <a:ext cx="205978" cy="2574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794796" y="2368823"/>
            <a:ext cx="2043261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Optimize Paid Search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4794796" y="2663130"/>
            <a:ext cx="369674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Optimize Paid Search campaigns for cost efficiency.</a:t>
            </a:r>
            <a:endParaRPr lang="en-US" sz="10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119" y="3385096"/>
            <a:ext cx="4009355" cy="123095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397770" y="3479006"/>
            <a:ext cx="205978" cy="2574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52463" y="3949080"/>
            <a:ext cx="2976265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Reduce or Retarget Display Ads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52463" y="4243388"/>
            <a:ext cx="3696667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Reduce or retarget Display Ads due to low ROI.</a:t>
            </a:r>
            <a:endParaRPr lang="en-US" sz="10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8452" y="3385096"/>
            <a:ext cx="4009430" cy="123095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540178" y="3479006"/>
            <a:ext cx="205978" cy="2574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4794796" y="3949080"/>
            <a:ext cx="2039169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B4E4E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Improve Social Media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4794796" y="4243388"/>
            <a:ext cx="369674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Improve Social Media targeting and conversion optimization.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322487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233939"/>
                </a:solidFill>
                <a:latin typeface="Syne Bold" pitchFamily="34" charset="0"/>
                <a:ea typeface="Syne Bold" pitchFamily="34" charset="-122"/>
                <a:cs typeface="Syne Bold" pitchFamily="34" charset="-120"/>
              </a:rPr>
              <a:t>Conclusion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708720" y="2208461"/>
            <a:ext cx="793916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This analysis demonstrates how marketing performance varies across channels. Data-driven insights enable better budget allocation, improved ROI, and more effective marketing strategy decisions.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96119" y="2981027"/>
            <a:ext cx="8151763" cy="839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Email and Paid Search emerge as the strongest performing channels in this analysis.</a:t>
            </a:r>
            <a:endParaRPr lang="en-US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3B4E4E"/>
                </a:solidFill>
                <a:latin typeface="Overpass Light" pitchFamily="34" charset="0"/>
                <a:ea typeface="Overpass Light" pitchFamily="34" charset="-122"/>
                <a:cs typeface="Overpass Light" pitchFamily="34" charset="-120"/>
              </a:rPr>
              <a:t>These findings underscore the importance of continuous performance monitoring and data-driven decision-making in multi-channel marketing strategy.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2026-06-12T11:39:57Z</dcterms:created>
  <dcterms:modified xsi:type="dcterms:W3CDTF">2026-06-12T11:39:57Z</dcterms:modified>
</cp:coreProperties>
</file>